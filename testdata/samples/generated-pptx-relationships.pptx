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_rels/slide1.xml.rels><Relationships xmlns="http://schemas.openxmlformats.org/package/2006/relationships"><Relationship Id="rIdHyper" Type="http://schemas.openxmlformats.org/officeDocument/2006/relationships/hyperlink" Target="mailto:generated-pptx-relationship@example.test" TargetMode="Externa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Generated PPTX Relationship Body</a:t>
            </a:r>
          </a:p>
        </p:txBody>
      </p:sp>
    </p:spTree>
  </p:cSld>
</p:sld>
</file>