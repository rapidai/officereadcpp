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Generated PPTX Custom XML Body</a:t>
            </a:r>
          </a:p>
        </p:txBody>
      </p:sp>
    </p:spTree>
  </p:cSld>
</p:sld>
</file>

<file path=customXml/item1.xml><?xml version="1.0" encoding="utf-8"?>
<deckData xmlns="urn:generated">
  <topic>Generated PPTX Custom XML Value</topic>
  <owner>PPTX-CUSTOM-001</owner>
</deckData>
</file>

<file path=customXml/itemProps1.xml><?xml version="1.0" encoding="utf-8"?>
<ds:datastoreItem xmlns:ds="http://schemas.openxmlformats.org/officeDocument/2006/customXml" ds:itemID="{11111111-1111-1111-1111-111111111111}"/>
</file>