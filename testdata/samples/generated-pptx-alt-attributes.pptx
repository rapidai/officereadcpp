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</Types>
</file>

<file path=_rels/.rels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/>
</file>

<file path=ppt/slides/slide1.xml><?xml version="1.0" encoding="utf-8"?>
<p:sld xmlns:p="http://schemas.openxmlformats.org/presentationml/2006/main" xmlns:a="http://schemas.openxmlformats.org/drawingml/2006/main">
  <p:cSld>
    <p:spTree>
      <p:sp>
        <p:nvSpPr>
          <p:cNvPr id="2" name="Shape 1" descr="Generated PPTX Shape Description Attribute">
            <a:hlinkClick tooltip="Generated PPTX Hyperlink Tooltip Attribute"/>
          </p:cNvPr>
        </p:nvSpPr>
        <p:txBody>
          <a:p>
            <a:r>
              <a:t>Generated PPTX Attribute Body</a:t>
            </a:r>
          </a:p>
        </p:txBody>
      </p:sp>
    </p:spTree>
  </p:cSld>
</p:sld>
</file>